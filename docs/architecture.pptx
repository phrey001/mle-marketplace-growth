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78" y="9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12/3/2026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785104"/>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dirty="0"/>
              <a:t>ROC-AUC / PR-AUC / Top-decile lift / Brier score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
        <p:nvSpPr>
          <p:cNvPr id="13" name="Rectangle 12">
            <a:extLst>
              <a:ext uri="{FF2B5EF4-FFF2-40B4-BE49-F238E27FC236}">
                <a16:creationId xmlns:a16="http://schemas.microsoft.com/office/drawing/2014/main" id="{6FE39495-1B3D-BABD-1BDF-F6A47F342D63}"/>
              </a:ext>
            </a:extLst>
          </p:cNvPr>
          <p:cNvSpPr/>
          <p:nvPr/>
        </p:nvSpPr>
        <p:spPr>
          <a:xfrm>
            <a:off x="1" y="0"/>
            <a:ext cx="6096000" cy="42458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Also to rerun pipeline/artifacts to see if appendix key results and analysis reports need refresh</a:t>
            </a:r>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47663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Also to rerun pipeline/artifacts to see if appendix key results and analysis reports need refresh</a:t>
            </a:r>
          </a:p>
          <a:p>
            <a:r>
              <a:rPr lang="en-SG" sz="1000" dirty="0">
                <a:solidFill>
                  <a:srgbClr val="FF0000"/>
                </a:solidFill>
              </a:rPr>
              <a:t>- Consider add a technical slide on how ANN works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528168271"/>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+926.2</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+648.4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4112</TotalTime>
  <Words>3902</Words>
  <Application>Microsoft Office PowerPoint</Application>
  <PresentationFormat>Widescreen</PresentationFormat>
  <Paragraphs>562</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1216</cp:revision>
  <dcterms:created xsi:type="dcterms:W3CDTF">2026-02-22T04:36:36Z</dcterms:created>
  <dcterms:modified xsi:type="dcterms:W3CDTF">2026-03-12T10:42:34Z</dcterms:modified>
</cp:coreProperties>
</file>