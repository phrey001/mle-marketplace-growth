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5"/>
  </p:notesMasterIdLst>
  <p:sldIdLst>
    <p:sldId id="256" r:id="rId2"/>
    <p:sldId id="271" r:id="rId3"/>
    <p:sldId id="257" r:id="rId4"/>
    <p:sldId id="258" r:id="rId5"/>
    <p:sldId id="260" r:id="rId6"/>
    <p:sldId id="262" r:id="rId7"/>
    <p:sldId id="272" r:id="rId8"/>
    <p:sldId id="268" r:id="rId9"/>
    <p:sldId id="270" r:id="rId10"/>
    <p:sldId id="269" r:id="rId11"/>
    <p:sldId id="264" r:id="rId12"/>
    <p:sldId id="267"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p:scale>
          <a:sx n="100" d="100"/>
          <a:sy n="100" d="100"/>
        </p:scale>
        <p:origin x="390" y="198"/>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10/3/2026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13</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3/10/2026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212935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477328"/>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7364738" y="3687356"/>
            <a:ext cx="1138118" cy="553998"/>
          </a:xfrm>
          <a:prstGeom prst="rect">
            <a:avLst/>
          </a:prstGeom>
          <a:noFill/>
        </p:spPr>
        <p:txBody>
          <a:bodyPr wrap="square">
            <a:spAutoFit/>
          </a:bodyPr>
          <a:lstStyle/>
          <a:p>
            <a:pPr lvl="0"/>
            <a:r>
              <a:rPr lang="en-SG" sz="1000" b="1" dirty="0"/>
              <a:t>Frozen models and windows after validation</a:t>
            </a:r>
            <a:endParaRPr lang="en-SG" sz="1000" dirty="0"/>
          </a:p>
        </p:txBody>
      </p:sp>
      <p:sp>
        <p:nvSpPr>
          <p:cNvPr id="10" name="Rectangle 9">
            <a:extLst>
              <a:ext uri="{FF2B5EF4-FFF2-40B4-BE49-F238E27FC236}">
                <a16:creationId xmlns:a16="http://schemas.microsoft.com/office/drawing/2014/main" id="{03E18A07-B847-C403-9DDF-188593C4BF9E}"/>
              </a:ext>
            </a:extLst>
          </p:cNvPr>
          <p:cNvSpPr/>
          <p:nvPr/>
        </p:nvSpPr>
        <p:spPr>
          <a:xfrm>
            <a:off x="1" y="0"/>
            <a:ext cx="6096000" cy="51594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In middle of reviewing user_features_asof.sql + build_gold_purchase_propensity.py</a:t>
            </a:r>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51594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To review and update stricter train/serve split in implementation</a:t>
            </a:r>
          </a:p>
          <a:p>
            <a:r>
              <a:rPr lang="en-SG" sz="1000" dirty="0">
                <a:solidFill>
                  <a:srgbClr val="FF0000"/>
                </a:solidFill>
              </a:rPr>
              <a:t>- Also to rerun pipeline/artifacts to see if appendix key results and analysis reports need refresh </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42639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80754" y="5267324"/>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3489738"/>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endParaRPr lang="en-SG" sz="1000" dirty="0"/>
              </a:p>
              <a:p>
                <a:r>
                  <a:rPr lang="en-SG" sz="1000" b="1" dirty="0"/>
                  <a:t>3. Predict expected revenue if purchase occurs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endParaRPr lang="en-SG" sz="1000" b="1" dirty="0"/>
              </a:p>
              <a:p>
                <a:r>
                  <a:rPr lang="en-SG" sz="1000" b="1" dirty="0"/>
                  <a:t>4. Compute expected value</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xmlns="">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3489738"/>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340424" cy="276999"/>
          </a:xfrm>
          <a:prstGeom prst="rect">
            <a:avLst/>
          </a:prstGeom>
          <a:noFill/>
        </p:spPr>
        <p:txBody>
          <a:bodyPr wrap="square">
            <a:spAutoFit/>
          </a:bodyPr>
          <a:lstStyle/>
          <a:p>
            <a:r>
              <a:rPr lang="en-SG" sz="1200" b="1" dirty="0"/>
              <a:t>Policy B (Native baseline): Target random</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1015663"/>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pPr marL="228600" indent="-228600">
              <a:buFont typeface="+mj-lt"/>
              <a:buAutoNum type="arabicPeriod"/>
            </a:pPr>
            <a:r>
              <a:rPr lang="en-SG" sz="1000" b="1" dirty="0"/>
              <a:t>Ratio = Hash to [0,1] by (user id, as_of_date. "policy_random")</a:t>
            </a:r>
          </a:p>
          <a:p>
            <a:pPr marL="228600" indent="-228600">
              <a:buFont typeface="+mj-lt"/>
              <a:buAutoNum type="arabicPeriod"/>
            </a:pPr>
            <a:r>
              <a:rPr lang="en-SG" sz="1000" b="1" dirty="0"/>
              <a:t>score = 1 - ratio</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374500705"/>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1429.7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+923.9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-14.6</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949.5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+641.8</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1561173177"/>
              </p:ext>
            </p:extLst>
          </p:nvPr>
        </p:nvGraphicFramePr>
        <p:xfrm>
          <a:off x="207645" y="2768145"/>
          <a:ext cx="5408380" cy="1432560"/>
        </p:xfrm>
        <a:graphic>
          <a:graphicData uri="http://schemas.openxmlformats.org/drawingml/2006/table">
            <a:tbl>
              <a:tblPr firstRow="1" bandRow="1">
                <a:tableStyleId>{5C22544A-7EE6-4342-B048-85BDC9FD1C3A}</a:tableStyleId>
              </a:tblPr>
              <a:tblGrid>
                <a:gridCol w="1079425">
                  <a:extLst>
                    <a:ext uri="{9D8B030D-6E8A-4147-A177-3AD203B41FA5}">
                      <a16:colId xmlns:a16="http://schemas.microsoft.com/office/drawing/2014/main" val="1578905552"/>
                    </a:ext>
                  </a:extLst>
                </a:gridCol>
                <a:gridCol w="865791">
                  <a:extLst>
                    <a:ext uri="{9D8B030D-6E8A-4147-A177-3AD203B41FA5}">
                      <a16:colId xmlns:a16="http://schemas.microsoft.com/office/drawing/2014/main" val="2062257706"/>
                    </a:ext>
                  </a:extLst>
                </a:gridCol>
                <a:gridCol w="865791">
                  <a:extLst>
                    <a:ext uri="{9D8B030D-6E8A-4147-A177-3AD203B41FA5}">
                      <a16:colId xmlns:a16="http://schemas.microsoft.com/office/drawing/2014/main" val="1376440620"/>
                    </a:ext>
                  </a:extLst>
                </a:gridCol>
                <a:gridCol w="865791">
                  <a:extLst>
                    <a:ext uri="{9D8B030D-6E8A-4147-A177-3AD203B41FA5}">
                      <a16:colId xmlns:a16="http://schemas.microsoft.com/office/drawing/2014/main" val="4154908257"/>
                    </a:ext>
                  </a:extLst>
                </a:gridCol>
                <a:gridCol w="865791">
                  <a:extLst>
                    <a:ext uri="{9D8B030D-6E8A-4147-A177-3AD203B41FA5}">
                      <a16:colId xmlns:a16="http://schemas.microsoft.com/office/drawing/2014/main" val="1626176295"/>
                    </a:ext>
                  </a:extLst>
                </a:gridCol>
                <a:gridCol w="865791">
                  <a:extLst>
                    <a:ext uri="{9D8B030D-6E8A-4147-A177-3AD203B41FA5}">
                      <a16:colId xmlns:a16="http://schemas.microsoft.com/office/drawing/2014/main" val="3684245219"/>
                    </a:ext>
                  </a:extLst>
                </a:gridCol>
              </a:tblGrid>
              <a:tr h="182365">
                <a:tc>
                  <a:txBody>
                    <a:bodyPr/>
                    <a:lstStyle/>
                    <a:p>
                      <a:r>
                        <a:rPr lang="en-SG" sz="1000" dirty="0"/>
                        <a:t>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147899">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1.77</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2.53</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even though overall ranking quality slightly declined.</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3730988895"/>
              </p:ext>
            </p:extLst>
          </p:nvPr>
        </p:nvGraphicFramePr>
        <p:xfrm>
          <a:off x="5696036" y="2768145"/>
          <a:ext cx="3541507" cy="1432560"/>
        </p:xfrm>
        <a:graphic>
          <a:graphicData uri="http://schemas.openxmlformats.org/drawingml/2006/table">
            <a:tbl>
              <a:tblPr firstRow="1" bandRow="1">
                <a:tableStyleId>{5C22544A-7EE6-4342-B048-85BDC9FD1C3A}</a:tableStyleId>
              </a:tblPr>
              <a:tblGrid>
                <a:gridCol w="1067155">
                  <a:extLst>
                    <a:ext uri="{9D8B030D-6E8A-4147-A177-3AD203B41FA5}">
                      <a16:colId xmlns:a16="http://schemas.microsoft.com/office/drawing/2014/main" val="2444121692"/>
                    </a:ext>
                  </a:extLst>
                </a:gridCol>
                <a:gridCol w="824784">
                  <a:extLst>
                    <a:ext uri="{9D8B030D-6E8A-4147-A177-3AD203B41FA5}">
                      <a16:colId xmlns:a16="http://schemas.microsoft.com/office/drawing/2014/main" val="1796582741"/>
                    </a:ext>
                  </a:extLst>
                </a:gridCol>
                <a:gridCol w="824784">
                  <a:extLst>
                    <a:ext uri="{9D8B030D-6E8A-4147-A177-3AD203B41FA5}">
                      <a16:colId xmlns:a16="http://schemas.microsoft.com/office/drawing/2014/main" val="3043283912"/>
                    </a:ext>
                  </a:extLst>
                </a:gridCol>
                <a:gridCol w="824784">
                  <a:extLst>
                    <a:ext uri="{9D8B030D-6E8A-4147-A177-3AD203B41FA5}">
                      <a16:colId xmlns:a16="http://schemas.microsoft.com/office/drawing/2014/main" val="2318209426"/>
                    </a:ext>
                  </a:extLst>
                </a:gridCol>
              </a:tblGrid>
              <a:tr h="548640">
                <a:tc>
                  <a:txBody>
                    <a:bodyPr/>
                    <a:lstStyle/>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2252</a:t>
                      </a:r>
                    </a:p>
                  </a:txBody>
                  <a:tcPr/>
                </a:tc>
                <a:tc>
                  <a:txBody>
                    <a:bodyPr/>
                    <a:lstStyle/>
                    <a:p>
                      <a:r>
                        <a:rPr lang="en-SG" sz="1000" b="1" dirty="0"/>
                        <a:t>704</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2850</a:t>
                      </a:r>
                    </a:p>
                  </a:txBody>
                  <a:tcPr/>
                </a:tc>
                <a:tc>
                  <a:txBody>
                    <a:bodyPr/>
                    <a:lstStyle/>
                    <a:p>
                      <a:r>
                        <a:rPr lang="en-SG" sz="1000" b="0" dirty="0"/>
                        <a:t>798</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2944</TotalTime>
  <Words>3561</Words>
  <Application>Microsoft Office PowerPoint</Application>
  <PresentationFormat>Widescreen</PresentationFormat>
  <Paragraphs>527</Paragraphs>
  <Slides>13</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1175</cp:revision>
  <dcterms:created xsi:type="dcterms:W3CDTF">2026-02-22T04:36:36Z</dcterms:created>
  <dcterms:modified xsi:type="dcterms:W3CDTF">2026-03-10T05:31:36Z</dcterms:modified>
</cp:coreProperties>
</file>