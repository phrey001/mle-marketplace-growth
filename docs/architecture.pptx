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5"/>
  </p:notesMasterIdLst>
  <p:sldIdLst>
    <p:sldId id="256" r:id="rId2"/>
    <p:sldId id="271" r:id="rId3"/>
    <p:sldId id="257" r:id="rId4"/>
    <p:sldId id="258" r:id="rId5"/>
    <p:sldId id="260" r:id="rId6"/>
    <p:sldId id="262" r:id="rId7"/>
    <p:sldId id="272" r:id="rId8"/>
    <p:sldId id="268" r:id="rId9"/>
    <p:sldId id="270" r:id="rId10"/>
    <p:sldId id="269" r:id="rId11"/>
    <p:sldId id="264" r:id="rId12"/>
    <p:sldId id="267" r:id="rId13"/>
    <p:sldId id="263"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varScale="1">
        <p:scale>
          <a:sx n="95" d="100"/>
          <a:sy n="95" d="100"/>
        </p:scale>
        <p:origin x="594" y="30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11/3/2026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13</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(Native baseline): Target random</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254492"/>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631216"/>
          </a:xfrm>
          <a:prstGeom prst="rect">
            <a:avLst/>
          </a:prstGeom>
          <a:noFill/>
        </p:spPr>
        <p:txBody>
          <a:bodyPr wrap="square">
            <a:spAutoFit/>
          </a:bodyPr>
          <a:lstStyle/>
          <a:p>
            <a:pPr lvl="0"/>
            <a:r>
              <a:rPr lang="en-SG" sz="1000" b="1" dirty="0"/>
              <a:t>Purchase Propensity Model (logistic/xgboost)</a:t>
            </a:r>
            <a:br>
              <a:rPr lang="en-SG" sz="1000" b="1" dirty="0"/>
            </a:br>
            <a:r>
              <a:rPr lang="en-SG" sz="1000" dirty="0"/>
              <a:t>ROC-AUC / PR-AUC / Top-decile lift / Brier score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553998"/>
          </a:xfrm>
          <a:prstGeom prst="rect">
            <a:avLst/>
          </a:prstGeom>
          <a:noFill/>
        </p:spPr>
        <p:txBody>
          <a:bodyPr wrap="square">
            <a:spAutoFit/>
          </a:bodyPr>
          <a:lstStyle/>
          <a:p>
            <a:pPr lvl="0"/>
            <a:r>
              <a:rPr lang="en-SG" sz="1000" b="1" dirty="0"/>
              <a:t>Test: refit model on train + val data</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
        <p:nvSpPr>
          <p:cNvPr id="22" name="Rectangle 21">
            <a:extLst>
              <a:ext uri="{FF2B5EF4-FFF2-40B4-BE49-F238E27FC236}">
                <a16:creationId xmlns:a16="http://schemas.microsoft.com/office/drawing/2014/main" id="{4AD1588E-2502-031D-D41D-94791FAC1C39}"/>
              </a:ext>
            </a:extLst>
          </p:cNvPr>
          <p:cNvSpPr/>
          <p:nvPr/>
        </p:nvSpPr>
        <p:spPr>
          <a:xfrm>
            <a:off x="1" y="0"/>
            <a:ext cx="6096000" cy="515943"/>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To review and update stricter train/serve split in implementation</a:t>
            </a:r>
          </a:p>
          <a:p>
            <a:r>
              <a:rPr lang="en-SG" sz="1000" dirty="0">
                <a:solidFill>
                  <a:srgbClr val="FF0000"/>
                </a:solidFill>
              </a:rPr>
              <a:t>- Also to rerun pipeline/artifacts to see if appendix key results and analysis reports need refresh </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259179"/>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259179"/>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340424" cy="276999"/>
          </a:xfrm>
          <a:prstGeom prst="rect">
            <a:avLst/>
          </a:prstGeom>
          <a:noFill/>
        </p:spPr>
        <p:txBody>
          <a:bodyPr wrap="square">
            <a:spAutoFit/>
          </a:bodyPr>
          <a:lstStyle/>
          <a:p>
            <a:r>
              <a:rPr lang="en-SG" sz="1200" b="1" dirty="0"/>
              <a:t>Policy B (Native baseline): Target random</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1015663"/>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pPr marL="228600" indent="-228600">
              <a:buFont typeface="+mj-lt"/>
              <a:buAutoNum type="arabicPeriod"/>
            </a:pPr>
            <a:r>
              <a:rPr lang="en-SG" sz="1000" b="1" dirty="0"/>
              <a:t>Ratio = Hash to [0,1] by (user id, as_of_date. "policy_random")</a:t>
            </a:r>
          </a:p>
          <a:p>
            <a:pPr marL="228600" indent="-228600">
              <a:buFont typeface="+mj-lt"/>
              <a:buAutoNum type="arabicPeriod"/>
            </a:pPr>
            <a:r>
              <a:rPr lang="en-SG" sz="1000" b="1" dirty="0"/>
              <a:t>score = 1 - ratio</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528168271"/>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1432.0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505.8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+926.2</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-12.3</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956.0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307.7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+648.4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+6.7</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3856167075"/>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1.75</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2.52</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although </a:t>
            </a:r>
            <a:r>
              <a:rPr lang="en-SG" sz="1000" b="1" dirty="0"/>
              <a:t>ranking (PR-AUC) and calibration (ECE) declined</a:t>
            </a:r>
            <a:r>
              <a:rPr lang="en-SG" sz="1000" dirty="0"/>
              <a:t>.</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4253195766"/>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2019</a:t>
                      </a:r>
                    </a:p>
                  </a:txBody>
                  <a:tcPr/>
                </a:tc>
                <a:tc>
                  <a:txBody>
                    <a:bodyPr/>
                    <a:lstStyle/>
                    <a:p>
                      <a:r>
                        <a:rPr lang="en-SG" sz="1000" b="1" dirty="0"/>
                        <a:t>692</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2873</a:t>
                      </a:r>
                    </a:p>
                  </a:txBody>
                  <a:tcPr/>
                </a:tc>
                <a:tc>
                  <a:txBody>
                    <a:bodyPr/>
                    <a:lstStyle/>
                    <a:p>
                      <a:r>
                        <a:rPr lang="en-SG" sz="1000" b="0" dirty="0"/>
                        <a:t>801</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Rate item popularity globally.</a:t>
                </a:r>
              </a:p>
              <a:p>
                <a:endParaRPr lang="en-SG" sz="1000" b="1" dirty="0"/>
              </a:p>
              <a:p>
                <a:r>
                  <a:rPr lang="en-SG" sz="1000" b="1" dirty="0"/>
                  <a:t>Key Limitation</a:t>
                </a:r>
              </a:p>
              <a:p>
                <a:r>
                  <a:rPr lang="en-SG" sz="10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3688</TotalTime>
  <Words>3603</Words>
  <Application>Microsoft Office PowerPoint</Application>
  <PresentationFormat>Widescreen</PresentationFormat>
  <Paragraphs>530</Paragraphs>
  <Slides>13</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1210</cp:revision>
  <dcterms:created xsi:type="dcterms:W3CDTF">2026-02-22T04:36:36Z</dcterms:created>
  <dcterms:modified xsi:type="dcterms:W3CDTF">2026-03-11T12:35:05Z</dcterms:modified>
</cp:coreProperties>
</file>